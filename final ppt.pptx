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A7E94-D3F7-3316-EF85-41A117043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A6A2A-5A05-E6E2-718F-59ADD8D2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36CAE-03FF-091C-7F6F-27F8B7DA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777AC-4CF0-23A0-EB4A-4BE0CD0E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CC2F2-55BB-3B44-DBB4-D62FDD42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41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8F8E-713E-E3C8-C186-2272E66E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C59C7-69B8-B3C8-6DB8-1523FB133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7E678-7F67-8A6F-624A-E681AD45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B9CA9-6683-414D-C3AE-EC45A026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8026D-0171-0DC7-6055-EE637610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67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BE09-475A-04DC-B3E6-5C54AEF8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E3450-4B2A-C28F-BC51-88DDCA37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378C-3BC2-6677-ABAB-B8E124039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D9097-0AB6-35E6-0E36-019D816D5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6A593-8123-8F03-CA98-2CE7E79E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92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B3A4-3A00-52F1-FD10-CFB80A98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539A4-EBAB-204F-43BC-CBA4EC43C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E3227-3E0F-49D4-28B8-8CE22EAFF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5BDFF-743B-4506-925F-63961A9CD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EBC21-A2FD-95FA-A654-76E30C4AC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704FD-A231-FFA4-70BB-59363501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38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961C7-3C8A-297D-FCBC-744DEAE05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7EBEB-F04A-5810-DED6-45BF1D3F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3653C-638F-327E-27FD-398E6FD7D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DC1A7-ED5B-9A13-A224-73F3C6732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96768-CA40-DAF6-3403-9392EA262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8075B-6400-30FE-BEF2-3AF0F63A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16E99A-C8C7-4D5A-1496-6CBD0D8E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17F84-0E48-8C27-E0DF-3A5382F1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17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9757-87D2-C605-4B80-CEF9F52C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75D46-3368-7768-BABF-EA459AE4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F6B14-7685-E9E8-EC86-50793D61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E2208-6A12-49D3-1659-742ABFE2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04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248220-2511-BF5F-8A02-6C57E117A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ECB00-97D5-3C44-9E61-FE1863E17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13310-1472-5666-64BE-0C2ADAF1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289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8E42-4B18-DFBA-B249-F9E6DA08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DE750-381A-55B9-937D-156E0302F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05811-496F-F522-EC69-F4BA7FDEF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1FA64-2572-BFCD-9640-BFDD1C413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3D5B0-0A74-9E05-B499-64AB144A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B6C2D-B776-4E13-E963-1840ED7C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7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D4B9-A15E-31E6-3170-606F839CD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57395-89C7-9DB2-2194-20C722AA0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4DAC0-5025-2848-32E9-132A5BC66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B7FD0-4CE8-1B54-8F34-8C649386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8F591-6FA3-B112-8F4D-CD41A734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1B36F-5591-92E2-ECFA-2A3A3309E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897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91FE9-3241-419F-A17D-34EBCE7CD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23409-0D31-D278-1FD3-F825295D1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66FA7-DC81-7845-D106-900588E21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84477-F7F6-1384-A1C7-54F3EB8E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B158B-7C5C-7A40-DA7B-B06A694D6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936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63EC93-0EF8-7D09-B6CE-437CFE7AE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B1C10-E668-1859-9579-4B05CD1B1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21DE5-E493-6144-6D78-538E7999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AAA62-2B5A-8B91-2ACE-1420E644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D0C2-E20E-7171-203C-619DBC71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19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340A9-977D-BBFB-667B-186C8484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7005B-B0E1-06B7-AD40-81E61A36C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22549-C824-EB1A-AD67-E4D2203AE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34439-0787-4008-921F-421759F3AAF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308C-8CF7-F979-D30F-A13AA7E19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26C6E-F6B9-8F71-1F11-FC1B71221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CF023-9428-483C-AB86-BB3EBE0171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194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3E43C-4C80-0650-B147-F020F81E8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AC93F-6501-F94D-46EA-59431C4E1B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3BDA9-7476-734F-5EBF-D72A6257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2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132F-3495-6483-996B-B80037891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8BF25-D51B-7595-6AC5-CE325189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F920A-7F60-4FC2-0631-8F111208F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60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28E1-60D6-3B14-897C-EDB03C29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2A87-9BC0-8054-2A12-2E373AACE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E2B60A-E2B3-A792-A1C7-5F7625386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607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5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DCD2-514C-C456-4A52-54EC5594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2E210-F067-7C6A-0363-8919914D5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9C2C2-C8E8-EA5A-3D67-EBD725DC9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9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7CACD-BC3E-2D68-F6EC-18DF82CB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D02EA-7CED-A931-DA43-0C828735C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460CBD-8B12-F9C3-E8DD-FA61D5283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328"/>
            <a:ext cx="12192000" cy="693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09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507B1-0893-7F82-3EC6-A36851FE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1BBC4-7B83-C9BB-61BB-8F7742ABE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92AA7-1FB8-89DB-DF53-EDE84B3B9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0273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60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A990-BD20-15FF-0285-018419BA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66BCC-A998-A5BC-7964-8BB1E7DD1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AD8A9-0E57-CCF0-C288-E42D14569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4791"/>
            <a:ext cx="12192001" cy="756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42ED7B-8C6B-DB01-2F6B-E2AB55BF0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741338"/>
            <a:ext cx="12192001" cy="621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12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6BB9-BF7E-3F2E-7E8C-6ABDE6F5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29FEBB-97EE-EA9F-5D4F-31E85692A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0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5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4DDA3-85BB-103E-060E-3019D05F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FA4A06-0D29-24AB-F6E7-F7F0D387A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32980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44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906D-8A91-2023-3995-46274EA4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5341F-31BC-3CCD-7AA9-B9A5F8AAF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EFFB9-9408-F544-E77A-EE7F37331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322246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22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589AB-8B5E-55CB-F599-4B4AA8E6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FFA754-5BC3-24CC-824A-A8C24DA73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21525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00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91F6-64B1-F511-58E7-84C302B1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8FEAB7-6495-6482-17C2-24EE481E1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56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BB3E3-F8D2-87C0-2BF1-0AEF77B1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F506F-70CC-3D1A-7B0C-E62A21CF5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1ED7C-5484-C836-ADB4-F29BE93CA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69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priscasundar29@gmail.com</dc:creator>
  <cp:lastModifiedBy>priscasundar29@gmail.com</cp:lastModifiedBy>
  <cp:revision>1</cp:revision>
  <dcterms:created xsi:type="dcterms:W3CDTF">2026-04-19T19:17:27Z</dcterms:created>
  <dcterms:modified xsi:type="dcterms:W3CDTF">2026-04-19T19:17:38Z</dcterms:modified>
</cp:coreProperties>
</file>